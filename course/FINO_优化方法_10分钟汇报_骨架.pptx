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开场：选题是"一种新的优化方法"。我把 FINO 当作生成式策略优化器来研究：先讲它解决什么优化问题、怎么实现，再用真实任务做案例，最后给出我自己的审计与原创消融设计。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动机：离线到在线 RL 有三个典型失败模式，本质是一个带约束的优化问题。FINO 是 2026 年新方法，把生成式策略、噪声正则和对偶式探索结合起来，值得从优化角度研究。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形式化：离线RL是带行为约束的优化；flow matching 是把策略学习变成沿概率路径的回归；FINO 把 critic、BC flow、一步蒸馏和 Q 改进合到一个损失里，一次 Adam 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三个组件：噪声注入扩大支持集；一步蒸馏把推理从10步压到1步；Q-guided 采样和熵自适应 β 负责在线探索。整条流水线一次训练完成。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原理一：噪声注入是方差正则/支持集扩展；一步蒸馏是带 α 权重的策略压缩。我发现代码的噪声 schedule 和论文 Eq.7 不一样，这是原创分析点。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原理二：Q-guided 采样在动作维度≥4时才有意义；β 更新是对熵约束的对偶上升。论文 Eq.9 的符号和代码是反的，这是第二个原创发现。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实现：环境用 WSL2+RTX5070 打通 JAX GPU，只改5处平台适配；预算、评估、超参完全按论文；单任务2.3-2.5小时。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案例：3个任务全预算。antmaze-large FINO 100% vs FQL 92%，在线微调从82%到100%；humanoidmaze 100%、cube-double 72%。3个任务都有效。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原创性两部分：源码审计发现论文与实现不一致；以及真实任务上的机制消融设计。消融结果还没跑，下一阶段补实验。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结论：FINO 是把策略优化变成"噪声正则回归+蒸馏+对偶探索"的新优化方法；复现有效、审计发现偏差、消融设计用于验证机制。谢谢。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960120"/>
            <a:ext cx="128016" cy="128016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961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spc="160">
                <a:solidFill>
                  <a:srgbClr val="9FB0C8"/>
                </a:solidFill>
                <a:latin typeface="Microsoft YaHei"/>
                <a:ea typeface="Microsoft YaHei"/>
                <a:cs typeface="Microsoft YaHei"/>
              </a:rPr>
              <a:t>优化方法课程 · TOPIC 1：一种新的优化方法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FINO：面向离线到在线强化学习的
生成式策略优化方法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063240"/>
            <a:ext cx="1097280" cy="36576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37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C3CFE0"/>
                </a:solidFill>
                <a:latin typeface="Microsoft YaHei"/>
                <a:ea typeface="Microsoft YaHei"/>
                <a:cs typeface="Microsoft YaHei"/>
              </a:rPr>
              <a:t>原理 · 实现 · 案例研究 · 原创审计与机制消融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复现 + 审计：3 个 OGBench 任务按论文预算运行，antmaze-large 上 FINO 100% vs FQL 92%；
发现论文噪声 schedule 与实现不一致、β 更新符号与论文相反，并设计真实任务机制消融。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8064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8FA6C2"/>
                </a:solidFill>
                <a:latin typeface="Microsoft YaHei"/>
                <a:ea typeface="Microsoft YaHei"/>
                <a:cs typeface="Microsoft YaHei"/>
              </a:rPr>
              <a:t>汇报人：＿＿＿＿   ·   课程：＿＿＿＿   ·   2026-11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01 · 动机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离线到在线 RL 的核心是一个受限优化问题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3422904" cy="1783080"/>
          </a:xfrm>
          <a:prstGeom prst="roundRect">
            <a:avLst>
              <a:gd name="adj" fmla="val 5000"/>
            </a:avLst>
          </a:prstGeom>
          <a:solidFill>
            <a:srgbClr val="FBEEEE"/>
          </a:solidFill>
          <a:ln w="12700">
            <a:solidFill>
              <a:srgbClr val="E8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19072"/>
            <a:ext cx="3057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① 分布外高估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03120"/>
            <a:ext cx="303885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离线数据覆盖不到的动作被 Q 网络高估 → 在线一执行就崩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3024" y="1600200"/>
            <a:ext cx="3422904" cy="1783080"/>
          </a:xfrm>
          <a:prstGeom prst="roundRect">
            <a:avLst>
              <a:gd name="adj" fmla="val 5000"/>
            </a:avLst>
          </a:prstGeom>
          <a:solidFill>
            <a:srgbClr val="FBEEEE"/>
          </a:solidFill>
          <a:ln w="12700">
            <a:solidFill>
              <a:srgbClr val="E8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4192" y="1719072"/>
            <a:ext cx="3057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② 过度保守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192" y="2103120"/>
            <a:ext cx="303885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只敢贴着数据动作 → 在线探索不足，微调收益小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0248" y="1600200"/>
            <a:ext cx="3422904" cy="178308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12700">
            <a:solidFill>
              <a:srgbClr val="F3D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1416" y="1719072"/>
            <a:ext cx="3057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③ 策略梯度不稳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1416" y="2103120"/>
            <a:ext cx="303885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on-policy 梯度方差大，少量在线交互很难稳定优化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11880"/>
            <a:ext cx="10817352" cy="1417320"/>
          </a:xfrm>
          <a:prstGeom prst="roundRect">
            <a:avLst>
              <a:gd name="adj" fmla="val 5000"/>
            </a:avLst>
          </a:prstGeom>
          <a:solidFill>
            <a:srgbClr val="ECF1F8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3075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优化视角的统一形式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max_π  E[Q(s, π(s))]   s.t.   D(π(·|s) ‖ μ(·|s)) ≤ 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不同算法 = 对约束 D、权重 α 与优化器的不同选择；FINO 用"生成式策略 + 噪声正则 + 对偶探索"来解。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349240"/>
            <a:ext cx="10817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为什么选 FINO 作为"新优化方法"来介绍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71500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500"/>
              </a:spcAft>
            </a:pPr>
            <a:r>
              <a:rPr sz="1050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2026 年 ICLR 新方法（FQL 之上两处优化设计）；把策略优化变成"回归 + 蒸馏 + 对偶更新"的混合优化问题，适合作为优化课程的方法剖析；我们已具备完整复现与 GPU 条件，可做真实任务上的原创消融。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FINO 优化方法研究 · 优化方法课程报告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02 · 问题形式化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把生成式策略学习写成优化问题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7335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① 带约束的策略优化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50" b="1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max_θ  E_{s∼dπ}[ Q^π(s, π_θ(s)) ]
s.t.  D( π_θ(·|s) ‖ μ(·|s) ) ≤ 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Lagrange 形式：max_π min_β E[Q] + β(ε − D) → β 是对偶变量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5448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7335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② Flow Matching 作为回归优化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5740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00" b="1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L_CFM(θ) = E_{t,x0,x1}[ ‖v_θ(x_t,t) − (x1−x0)‖² ]
x_t = (1−t)x0 + t·x1,  x0∼N(0,I),  x1∼π_data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24612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沿概率路径的随机最小二乘；推理 = Euler 积分（K=10 步）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977639"/>
            <a:ext cx="10817352" cy="141732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12700">
            <a:solidFill>
              <a:srgbClr val="F3D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96512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③ FINO 的单步训练目标（一次 Adam 联合更新）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8056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L = L_critic + L_actor ,    L_actor = L_BC + α·L_distill + L_Q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8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L_critic：TD 误差；L_BC：带噪插值点的 CFM；L_distill：一步学生逼近 10 步教师；L_Q：−Q(s, 一步动作)。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62356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优化结构：不是交替优化，而是"监督回归 + 蒸馏 + 策略改进"三者共享一次梯度更新；教师对学生 stop-grad。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FINO 优化方法研究 · 优化方法课程报告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03 · 原理总览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FINO 的三个优化组件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3422904" cy="301752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37360"/>
            <a:ext cx="30571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① 噪声注入的 Flow 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77440"/>
            <a:ext cx="303885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数据端注入时变噪声
→ 扩大一步策略支持集
（把硬约束变方差预算）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657600"/>
            <a:ext cx="303885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x_t + η·exp(10(t−1))·ε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024" y="1600200"/>
            <a:ext cx="3422904" cy="3017520"/>
          </a:xfrm>
          <a:prstGeom prst="roundRect">
            <a:avLst>
              <a:gd name="adj" fmla="val 5000"/>
            </a:avLst>
          </a:prstGeom>
          <a:solidFill>
            <a:srgbClr val="E8EFF7"/>
          </a:solidFill>
          <a:ln w="12700">
            <a:solidFill>
              <a:srgbClr val="3B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4192" y="1737360"/>
            <a:ext cx="30571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3B6FA0"/>
                </a:solidFill>
                <a:latin typeface="Microsoft YaHei"/>
                <a:ea typeface="Microsoft YaHei"/>
                <a:cs typeface="Microsoft YaHei"/>
              </a:rPr>
              <a:t>② 一步蒸馏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192" y="2377440"/>
            <a:ext cx="303885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学生 π1 逼近教师 10 步积分
→ 推理从 10 步降到 1 步
（α 控制保真 vs 改进）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4192" y="3657600"/>
            <a:ext cx="303885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min ‖π1(s,ε) − SG[π_flow(s,ε)]‖²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0248" y="1600200"/>
            <a:ext cx="3422904" cy="301752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12700">
            <a:solidFill>
              <a:srgbClr val="C97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1416" y="1737360"/>
            <a:ext cx="30571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③ Q-guided 采样 + 熵自适应 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1416" y="2377440"/>
            <a:ext cx="303885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同一状态采 K 个噪声候选
按 softmax(βQ) 选动作
β 是熵约束的对偶变量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1416" y="3657600"/>
            <a:ext cx="303885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K = min(10, (d+1)//2)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846320"/>
            <a:ext cx="10817352" cy="1234440"/>
          </a:xfrm>
          <a:prstGeom prst="roundRect">
            <a:avLst>
              <a:gd name="adj" fmla="val 5000"/>
            </a:avLst>
          </a:prstGeom>
          <a:solidFill>
            <a:srgbClr val="ECF1F8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965192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训练/部署流水线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离线数据 → 训练带噪 BC flow（教师）→ 蒸馏一步策略 + 双 Q → 在线阶段：一步策略 + softmax(βQ) 采数据、β 按策略熵自适应更新。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FINO 优化方法研究 · 优化方法课程报告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04 · 原理（一）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噪声注入 = 方差正则；一步蒸馏 = 带约束的策略压缩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349240" cy="233172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12700">
            <a:solidFill>
              <a:srgbClr val="C9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7335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噪声注入（support expansion）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x_t + σ_t·ε ,   σ_t = η·exp(10(t−1)) ,  η=0.1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t=1（数据端）边际方差 = η² → 策略分布 = 数据 ∗ N(0, η²)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等价于对速度场做输入平滑/正则，抑制高频、扩大支持集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与论文 Eq.(7) 二次型 schedule 不一致（原创发现①）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54480"/>
            <a:ext cx="5349240" cy="2331720"/>
          </a:xfrm>
          <a:prstGeom prst="roundRect">
            <a:avLst>
              <a:gd name="adj" fmla="val 5000"/>
            </a:avLst>
          </a:prstGeom>
          <a:solidFill>
            <a:srgbClr val="E8EFF7"/>
          </a:solidFill>
          <a:ln w="12700">
            <a:solidFill>
              <a:srgbClr val="C9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7335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3B6FA0"/>
                </a:solidFill>
                <a:latin typeface="Microsoft YaHei"/>
                <a:ea typeface="Microsoft YaHei"/>
                <a:cs typeface="Microsoft YaHei"/>
              </a:rPr>
              <a:t>一步蒸馏（策略压缩）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5740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min_θ  E[ ‖π1(s,ε) − SG[π_flow(s,ε)]‖²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0604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3B6FA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α 是"保真 vs 被 Q 拉走"的 Lagrange 权重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3B6FA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真实 checkpoint：一步 vs 十步教师 ED≈0.006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3B6FA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2D 玩具：ED 0.0004、推理 5.38× 加速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114800"/>
            <a:ext cx="10817352" cy="173736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33672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两条 schedule 的差异（原创分析素材）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代码：σ_t = 0.1·e^{10(t−1)}（t=1 最大，t=0≈0）     论文 Eq.(7)：α_t²=(η²−2η)t²+2ηt（t≈0.53 最大）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2064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影响：实现的注入强度在 t&lt;0.5 明显更小；论文公式在路径中段噪声最大。两者的"支持集扩大"行为不同 → 需要真实任务消融（§9）。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4224528"/>
            <a:ext cx="2651760" cy="457200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 w="12700">
            <a:solidFill>
              <a:srgbClr val="8B96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4334256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【待补：σ_t 曲线图】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FINO 优化方法研究 · 优化方法课程报告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04 · 原理（二）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Q-guided 采样与 β：熵约束的对偶上升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852160" cy="23774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73352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采样规则（在线采集）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250" b="1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K = min(10, (d+1)//2) 个噪声候选
a = argmax 或 a ∼ softmax(β·Q/|Q̄|)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5394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评估用 temperature=0（argmax）；在线采集用 temperature=1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d=2 时 K=1 → 机制严格退化为恒等（2D 已验证）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论文任务 d=8 → K=4，机制才真正生效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554480"/>
            <a:ext cx="5120640" cy="237744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12700">
            <a:solidFill>
              <a:srgbClr val="F3D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673352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β 自适应 = 对偶变量更新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57400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250" b="1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β ← max(0, β + 0.1·(H + d))
H_target = −d（目标熵）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697480"/>
            <a:ext cx="46634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熵 H &gt; H_target 时 β↑ → 更 exploitation → 熵下降（负反馈）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论文 Eq.(9) 印刷符号与代码相反（原创发现②）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160520"/>
            <a:ext cx="10817352" cy="1691640"/>
          </a:xfrm>
          <a:prstGeom prst="roundRect">
            <a:avLst>
              <a:gd name="adj" fmla="val 5000"/>
            </a:avLst>
          </a:prstGeom>
          <a:solidFill>
            <a:srgbClr val="ECF1F8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79392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优化解释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45152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3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把探索写成熵约束 min_β E[Q] + β(H(π) − H_target)：β 是约束的乘子；更新规则是对偶问题的投影梯度上升。这解释了为什么 β 只影响在线采集、不影响评估（评估用 argmax），也解释了 β 初值/目标熵的选择为何敏感。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FINO 优化方法研究 · 优化方法课程报告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05 · 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实现与实验设置（与论文协议一致）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00200"/>
          <a:ext cx="10817351" cy="365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9817"/>
                <a:gridCol w="8437534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设置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Windows 11 + WSL2/Ubuntu 24.04 + JAX 0.12(CUDA) + RTX 5070；5 处平台/依赖补丁，算法代码 0 改动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训练预算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 离线 + 500k 在线（论文原预算）；评估每 50k 步 × 50 episodes，temperature=0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超参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antmaze-large：α=10、q_agg=min；humanoidmaze-medium：α=100、discount=0.995；cube-double：α=300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数据/环境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OGBench 1.1.0（官方数据自动下载）；动作维 dim=8（Q-guided 机制生效）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FQL：同预算、同数据、同评估；唯一差异是不含噪声注入与 Q-guided/β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计算成本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单任务全预算 2.3–2.5 h（含评估）；共 4 条全预算运行，约 9 GPU 小时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可复现性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代码/补丁/脚本/CSV/日志已整理；仓库与一键命令见附录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" y="5349240"/>
            <a:ext cx="10817352" cy="77724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12700">
            <a:solidFill>
              <a:srgbClr val="F3D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58968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2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工程要点：Windows 原生 JAX 无 CUDA 支持 → 用 WSL2 打通 GPU；官方代码只需平台/依赖适配，训练逻辑完全保留。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FINO 优化方法研究 · 优化方法课程报告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06 · 案例研究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案例：3 个 OGBench 任务的全预算复现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486400" cy="320040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7335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最终成功率（1.5M 步，FINO vs FQL）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2057400"/>
          <a:ext cx="5074919" cy="1645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1466"/>
                <a:gridCol w="811987"/>
                <a:gridCol w="1014984"/>
                <a:gridCol w="1116482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 success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峰值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antmaze-large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FINO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antmaze-large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FQL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0.98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humanoidmaze-medium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FINO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cube-double-play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FINO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0.72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14400" y="379476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在线微调是关键：antmaze-large 上 FINO 从 1M 步 82% → 1.5M 步 100%；FQL 78% → 92%。</a:t>
            </a:r>
          </a:p>
        </p:txBody>
      </p:sp>
      <p:pic>
        <p:nvPicPr>
          <p:cNvPr id="12" name="Picture 11" descr="fig_gpu_extended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157280"/>
            <a:ext cx="5120640" cy="181191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5800" y="4937760"/>
            <a:ext cx="10817352" cy="1143000"/>
          </a:xfrm>
          <a:prstGeom prst="roundRect">
            <a:avLst>
              <a:gd name="adj" fmla="val 5000"/>
            </a:avLst>
          </a:prstGeom>
          <a:solidFill>
            <a:srgbClr val="ECF1F8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047488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FINO 的支持集扩展在离线期带来波动，但在线微调阶段收益显著（大概率来自噪声注入提供的可探索动作）；3 个任务均有效，其中动作维度 8 的任务 Q-guided 机制真正生效。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FINO 优化方法研究 · 优化方法课程报告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07 · 原创性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原创发现与机制消融设计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349240" cy="233172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12700">
            <a:solidFill>
              <a:srgbClr val="F3D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7335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原创发现（源码审计）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200"/>
              </a:spcAft>
            </a:pPr>
            <a:r>
              <a:rPr sz="980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8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① 噪声 schedule：代码指数型 vs 论文 Eq.(7) 二次型（最大噪声位置不同）</a:t>
            </a:r>
          </a:p>
          <a:p>
            <a:pPr>
              <a:lnSpc>
                <a:spcPct val="122000"/>
              </a:lnSpc>
              <a:spcAft>
                <a:spcPts val="200"/>
              </a:spcAft>
            </a:pPr>
            <a:r>
              <a:rPr sz="980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8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② β 更新：代码符号与论文 Eq.(9) 相反；β 可解释为熵约束乘子</a:t>
            </a:r>
          </a:p>
          <a:p>
            <a:pPr>
              <a:lnSpc>
                <a:spcPct val="122000"/>
              </a:lnSpc>
              <a:spcAft>
                <a:spcPts val="200"/>
              </a:spcAft>
            </a:pPr>
            <a:r>
              <a:rPr sz="980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8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③ to_eval 全局 argmax：batch&gt;1 时所有状态共享同一噪声候选</a:t>
            </a:r>
          </a:p>
          <a:p>
            <a:pPr>
              <a:lnSpc>
                <a:spcPct val="122000"/>
              </a:lnSpc>
              <a:spcAft>
                <a:spcPts val="200"/>
              </a:spcAft>
            </a:pPr>
            <a:r>
              <a:rPr sz="980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8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④ CsvLogger 固定表头：在线阶段 β/熵指标丢列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5349240" cy="233172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12700">
            <a:solidFill>
              <a:srgbClr val="C9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7335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机制消融设计（真实任务，原创实验）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8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从 1M checkpoint 恢复，只做 200k 步在线微调（其余配置不变）：
A. 噪声：官方 / 无噪声 / 论文二次型 / η=0.3
B. β：官方自适应 / 反向更新 / 固定 β=10
C. Q-guided：K=1 / 4（官方）/ 10
指标：最终成功率、最后 5 次均值、曲线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069080"/>
            <a:ext cx="10817352" cy="2011680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 w="12700">
            <a:solidFill>
              <a:srgbClr val="8B96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78808"/>
            <a:ext cx="10543032" cy="1792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【待补：A/B/C 消融结果表与曲线 —— 待 GPU 实验完成后填入】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FINO 优化方法研究 · 优化方法课程报告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08 · 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优点、缺点与结论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349240" cy="265176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12700">
            <a:solidFill>
              <a:srgbClr val="C9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7335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优点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9377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优化稳定：监督式回归为主，避免高方差策略梯度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支持集可控扩展：噪声把硬约束变成方差预算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一步蒸馏：ED≈0.006、推理 5.38× 加速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在线微调收益明显：antmaze 82%→100%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实现简单：一次 Adam 联合更新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5349240" cy="2651760"/>
          </a:xfrm>
          <a:prstGeom prst="roundRect">
            <a:avLst>
              <a:gd name="adj" fmla="val 5000"/>
            </a:avLst>
          </a:prstGeom>
          <a:solidFill>
            <a:srgbClr val="FBEEEE"/>
          </a:solidFill>
          <a:ln w="12700">
            <a:solidFill>
              <a:srgbClr val="E8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7335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缺点与风险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49377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推理成本：教师每次 batch 需 10 步前向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超参敏感：α、η、β 都需按任务调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单步蒸馏误差（高维任务 ED 更大）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理论缺口：schedule 与 β 符号与论文不一致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实验覆盖有限：单 seed、3/45 任务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389120"/>
            <a:ext cx="10817352" cy="141732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12700">
            <a:solidFill>
              <a:srgbClr val="F3D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07992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结论（一句话）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73752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FINO 把离线到在线的策略优化转化为"噪声正则的生成式回归 + 蒸馏 + 对偶式探索"；复现（3 任务，antmaze 100% vs FQL 92%）验证其优化有效，原创审计与消融揭示了实现与论文的偏差及机制边界。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03504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谢谢 / Q&amp;A · 代码与数据：github.com/engulf408/FINO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FINO 优化方法研究 · 优化方法课程报告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FINO：面向离线到在线强化学习的生成式策略优化方法（10 分钟汇报骨架）</dc:title>
  <dc:subject/>
  <dc:creator>＿＿＿＿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