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开场一句话：我用 GPU 环境把官方 FINO 按论文预算复现了 3 个任务，antmaze-large 上 FINO 100%、FQL 92%。下面用三页说清：怎么做的、做了多少、结论是什么。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怎么复现：三步。环境上，Windows 原生 JAX 用不了 GPU，所以装 WSL2 + Ubuntu，让 RTX 5070 跑 JAX；代码只改了 5 处平台/依赖适配，算法没动。设置完全按论文预算和 README 超参。运行上 FINO 与 FQL 同预算对比，单任务约 2.3-2.5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做了多少：论文 README 一共 45 个任务命令，我们完整按论文预算复现了 3 个 OGBench 任务，约占 7%；另外用 2D 玩具实验定量验证了三个核心机制。没有做：其余 42 个任务（含 D4RL 10 个）、真实环境消融、多 seed、像素环境。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结果：三个任务全预算，antmaze-large FINO 100%、FQL 92%；humanoidmaze 100%；cube-double 72%，峰值 92%。最重要的是在线微调阶段把 FINO 从 82% 拉到 100%，与论文主张一致。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结论三句话：第一，实现和机制是成立的，跑通且有定量验证；第二，论文主表只覆盖约 7%，不能声称全量复现；第三，如果要做全量，大约需要 400-900 GPU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051560"/>
            <a:ext cx="128016" cy="12801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875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8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ICLR 2026 · OFFICIAL IMPLEMENTATION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FINO 复现：怎么做的、做了多少、结论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3CFE0"/>
                </a:solidFill>
                <a:latin typeface="Microsoft YaHei"/>
                <a:ea typeface="Microsoft YaHei"/>
                <a:cs typeface="Microsoft YaHei"/>
              </a:rPr>
              <a:t>Flow Matching with Injected Noise for Offline-to-Online Reinforcement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00400"/>
            <a:ext cx="109728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核心结果：3 个 OGBench 任务按论文原预算复现 —— antmaze-large 100%、humanoidmaze-medium 100%、cube-double-play 72%（FQL 对比 92%）。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5 分钟汇报 · 2026-10-21 · github.com/engulf408/FINO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43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829C"/>
                </a:solidFill>
                <a:latin typeface="Microsoft YaHei"/>
                <a:ea typeface="Microsoft YaHei"/>
                <a:cs typeface="Microsoft YaHei"/>
              </a:rPr>
              <a:t>Windows + WSL2 + RTX 5070 · JAX 0.12（CUDA）· OGBench 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01 · 怎么复现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三步：跑通环境 → 按论文协议训练 → 与 FQL 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548640" cy="45720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08176"/>
            <a:ext cx="1008583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365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92424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392424" cy="8229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① 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9352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官方代码在 Windows 只能 CPU（JAX CUDA 无 Windows 版）→ 装 WSL2 + Ubuntu，用 RTX 5070 跑 JAX GPU。共 5 处平台/依赖补丁，算法代码 0 改动。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737360"/>
            <a:ext cx="3392424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737360"/>
            <a:ext cx="3392424" cy="8229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65960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② 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468880"/>
            <a:ext cx="29352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OGBench 官方数据；严格按论文预算：1M 离线 + 500k 在线，每 50k 步评估 50 episodes；超参按 README（alpha、q_agg、discount）。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737360"/>
            <a:ext cx="3392424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737360"/>
            <a:ext cx="3392424" cy="8229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65960"/>
            <a:ext cx="2935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③ 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468880"/>
            <a:ext cx="293522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每个任务 FINO 与 FQL 同预算对比；单任务约 2.3–2.5 小时（GPU，含评估）；共 4 条全预算运行、约 9 小时 GPU。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6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除了平台/依赖适配，训练流程、损失函数、采样逻辑完全使用官方代码。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7259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可复现：安装脚本（wsl_setup/）、训练命令、日志与 CSV 全部保留在仓库中；同一命令可在任意 Linux + GPU 机器重跑。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72591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复现 · ICLR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复现了多少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论文主表 45 个任务，完整复现 3 个（≈7%）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548640" cy="45720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08176"/>
            <a:ext cx="1008583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365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10028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54864" cy="960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21899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3 /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1899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任务全预算复现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148" y="1737360"/>
            <a:ext cx="2510028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148" y="1874519"/>
            <a:ext cx="54864" cy="960120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1315" y="1828800"/>
            <a:ext cx="21899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4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1315" y="2395728"/>
            <a:ext cx="21899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全预算运行（FINO×3 + FQL×1）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0028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874519"/>
            <a:ext cx="54864" cy="960120"/>
          </a:xfrm>
          <a:prstGeom prst="rect">
            <a:avLst/>
          </a:prstGeom>
          <a:solidFill>
            <a:srgbClr val="3B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828800"/>
            <a:ext cx="21899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3 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395728"/>
            <a:ext cx="21899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核心机制 2D 定量验证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7404" y="1737360"/>
            <a:ext cx="2510028" cy="1234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7404" y="1874519"/>
            <a:ext cx="54864" cy="960120"/>
          </a:xfrm>
          <a:prstGeom prst="rect">
            <a:avLst/>
          </a:prstGeom>
          <a:solidFill>
            <a:srgbClr val="C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8572" y="1828800"/>
            <a:ext cx="21899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8572" y="2395728"/>
            <a:ext cx="21899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消融 / 多 seed / D4RL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375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4747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已完成（全预算、论文协议）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• antmaze-large：FINO 100% vs FQL 92%
• humanoidmaze-medium：FINO 100%
• cube-double-play：FINO 72%（峰值 92%）
• 3 个核心机制 2D 定量验证：噪声注入、一步蒸馏、Q-guided+β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37560"/>
            <a:ext cx="5193792" cy="219456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9525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4747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未覆盖（如实说明）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8620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• 其余 42 个任务（含 D4RL 10 个）
• 论文真实环境消融实验
• 多 seed 方差
• 像素环境 / 视频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口径：45 = OGBench 35（7 环境 × 5 task）+ D4RL 10；本复现只覆盖 OGBench 的 3 个任务。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400800"/>
            <a:ext cx="1072591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复现 · ICLR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关键结果：3 个任务均学到有效策略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548640" cy="45720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08176"/>
            <a:ext cx="1008583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365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623560" cy="32004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全预算最终成功率（1.5M 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9514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743200"/>
            <a:ext cx="5074920" cy="914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2607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79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89503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337560"/>
            <a:ext cx="5074920" cy="914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20439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humanoidmaze-medium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20439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83863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931920"/>
            <a:ext cx="5074920" cy="914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148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cube-double-play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11480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07822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72%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526280"/>
            <a:ext cx="5074920" cy="914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_gpu_task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41220"/>
            <a:ext cx="5029199" cy="23469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31520" y="5074920"/>
            <a:ext cx="10725912" cy="105156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3036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在线微调是关键：</a:t>
            </a:r>
            <a:r>
              <a:rPr sz="14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 上 FINO 从 1M 步的 82% 提升到 1.5M 步的 100%；FQL 从 78% 到 92%。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单 seed（seed=0）；humanoidmaze 评估为每 100k×20 episodes，其余为每 50k×50 episodes。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400800"/>
            <a:ext cx="1072591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复现 · ICLR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三句话总结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548640" cy="45720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08176"/>
            <a:ext cx="1008583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1575" y="365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5912" cy="12344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实现与机制成立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856231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官方代码全链路跑通（训练/在线微调/评估/存档恢复）；三个核心机制在真实任务与 2D 实验中均按论文描述工作；蒸馏保真（一步 vs 10 步教师 ED 0.006）。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725912" cy="1234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② 论文主表只覆盖约 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73552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45 个任务中完成 3 个全预算（≈7%）；数值上与论文同任务量级（antmaze-large 100%），但没有 D4RL、真实环境消融、多 seed，不能声称全量复现。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725912" cy="123444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③ 全量复现的成本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690872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再补 3–5 个代表任务 + 多 seed + 消融约 50–100 GPU 小时；全量 45 任务约 400–900 GPU 小时（本机约 20–40 天）。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仓库与报告：github.com/engulf408/FINO · docs/02_reproduction_report.md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591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FINO 复现 · ICLR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1554480"/>
            <a:ext cx="109728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20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github.com/engulf408/FINO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复现报告：docs/02_reproduction_report.md · 汇报 PPT：ppt/FINO复现-5分钟汇报.pptx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829C"/>
                </a:solidFill>
                <a:latin typeface="Microsoft YaHei"/>
                <a:ea typeface="Microsoft YaHei"/>
                <a:cs typeface="Microsoft YaHei"/>
              </a:rPr>
              <a:t>FINO 复现 · 2026-10-21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 复现：怎么做的、做了多少、结论</dc:title>
  <dc:subject/>
  <dc:creator>engulf408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